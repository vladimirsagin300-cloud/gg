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73593-7AEF-45E6-B380-B9C35E2FC284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79834-0DDA-465F-A79B-5CDBCB4E9D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966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79834-0DDA-465F-A79B-5CDBCB4E9DB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6935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79834-0DDA-465F-A79B-5CDBCB4E9DB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105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1232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778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155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712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931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944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486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181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355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30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230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365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592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3990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073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0649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438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6FA6C-A10F-4C8E-84B0-BA4EA5DA067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0E649-5E04-4BD2-A769-EF756B924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6149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890AB4-D4F3-D7A3-46D5-E2EE8E9EC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4" y="1803405"/>
            <a:ext cx="11960352" cy="1825096"/>
          </a:xfrm>
        </p:spPr>
        <p:txBody>
          <a:bodyPr>
            <a:noAutofit/>
          </a:bodyPr>
          <a:lstStyle/>
          <a:p>
            <a:r>
              <a:rPr lang="ru-RU" sz="4400" dirty="0"/>
              <a:t>Разработка адаптивного веб-сайта интернет-магазина «</a:t>
            </a:r>
            <a:r>
              <a:rPr lang="ru-RU" sz="4400" dirty="0" err="1"/>
              <a:t>GamerGate</a:t>
            </a:r>
            <a:r>
              <a:rPr lang="ru-RU" sz="4400" dirty="0"/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7C1C14-AB3C-A8B8-55E3-193EE7163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5840" y="3632200"/>
            <a:ext cx="9814560" cy="2750311"/>
          </a:xfrm>
        </p:spPr>
        <p:txBody>
          <a:bodyPr>
            <a:normAutofit/>
          </a:bodyPr>
          <a:lstStyle/>
          <a:p>
            <a:r>
              <a:rPr lang="ru-RU" dirty="0"/>
              <a:t>Индивидуальный проект по учебной практике «Разработка адаптивного веб-сайта».</a:t>
            </a:r>
            <a:endParaRPr lang="en-US" dirty="0"/>
          </a:p>
          <a:p>
            <a:r>
              <a:rPr lang="ru-RU" b="1" dirty="0"/>
              <a:t>Автор:</a:t>
            </a:r>
            <a:r>
              <a:rPr lang="ru-RU" dirty="0"/>
              <a:t> Сагин В.С., Студент группы К23.2к.</a:t>
            </a:r>
          </a:p>
        </p:txBody>
      </p:sp>
    </p:spTree>
    <p:extLst>
      <p:ext uri="{BB962C8B-B14F-4D97-AF65-F5344CB8AC3E}">
        <p14:creationId xmlns:p14="http://schemas.microsoft.com/office/powerpoint/2010/main" val="56081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521DD34-C6F2-4402-9A01-962807DB6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D406007-479D-49AA-B1BB-E77CAD280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0" y="0"/>
            <a:ext cx="6096000" cy="144145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58C806-55F7-D95B-A6D9-DCCF76999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60" y="764373"/>
            <a:ext cx="5450152" cy="1293028"/>
          </a:xfrm>
        </p:spPr>
        <p:txBody>
          <a:bodyPr>
            <a:normAutofit/>
          </a:bodyPr>
          <a:lstStyle/>
          <a:p>
            <a:r>
              <a:rPr lang="ru-RU" sz="3200"/>
              <a:t>Описание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A400E5-1B6B-03AA-AFE6-18B0F3DB3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60" y="2194560"/>
            <a:ext cx="5450152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/>
              <a:t>GamerGate</a:t>
            </a:r>
            <a:r>
              <a:rPr lang="ru-RU" sz="1800"/>
              <a:t> — это маркетплейс по продаже цифровых ключей к видеоиграм.</a:t>
            </a:r>
          </a:p>
          <a:p>
            <a:pPr marL="0" indent="0">
              <a:buNone/>
            </a:pPr>
            <a:r>
              <a:rPr lang="ru-RU" sz="1800" b="1"/>
              <a:t>Тип сайта:</a:t>
            </a:r>
            <a:r>
              <a:rPr lang="ru-RU" sz="1800"/>
              <a:t> Многостраничный интернет-магазин.</a:t>
            </a:r>
          </a:p>
          <a:p>
            <a:pPr marL="0" indent="0">
              <a:buNone/>
            </a:pPr>
            <a:r>
              <a:rPr lang="ru-RU" sz="1800" b="1"/>
              <a:t>Цель проекта:</a:t>
            </a:r>
            <a:r>
              <a:rPr lang="ru-RU" sz="1800"/>
              <a:t> Создание удобной платформы для геймеров, обеспечивающей быстрый доступ к покупкам.</a:t>
            </a:r>
          </a:p>
          <a:p>
            <a:pPr marL="0" indent="0">
              <a:buNone/>
            </a:pPr>
            <a:endParaRPr lang="ru-RU" sz="1800"/>
          </a:p>
          <a:p>
            <a:endParaRPr lang="ru-RU" sz="180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596522-925B-77D6-F081-B85B47CAD1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6" r="37984" b="-2"/>
          <a:stretch>
            <a:fillRect/>
          </a:stretch>
        </p:blipFill>
        <p:spPr>
          <a:xfrm>
            <a:off x="6417734" y="10"/>
            <a:ext cx="3270176" cy="393348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91DE70-C82E-12B3-9F65-33D441331A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9" r="28893"/>
          <a:stretch>
            <a:fillRect/>
          </a:stretch>
        </p:blipFill>
        <p:spPr>
          <a:xfrm>
            <a:off x="9782174" y="10"/>
            <a:ext cx="2409826" cy="25382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0105717-C4E8-C3CF-70A6-B75200E104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7" r="3815" b="-2"/>
          <a:stretch>
            <a:fillRect/>
          </a:stretch>
        </p:blipFill>
        <p:spPr>
          <a:xfrm>
            <a:off x="9782173" y="2624474"/>
            <a:ext cx="2409827" cy="130902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4EE7898-08A6-1D12-CF50-D581CB7783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1" r="2" b="2"/>
          <a:stretch>
            <a:fillRect/>
          </a:stretch>
        </p:blipFill>
        <p:spPr>
          <a:xfrm>
            <a:off x="6417734" y="4019723"/>
            <a:ext cx="5774266" cy="283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470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F52FD-9D73-0F22-C1FB-F35BD6C81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0" y="764373"/>
            <a:ext cx="6832600" cy="1293028"/>
          </a:xfrm>
        </p:spPr>
        <p:txBody>
          <a:bodyPr>
            <a:normAutofit/>
          </a:bodyPr>
          <a:lstStyle/>
          <a:p>
            <a:r>
              <a:rPr lang="ru-RU"/>
              <a:t>Целевая аудитория и задачи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A1E4BA-7C9E-4CDE-8BA8-AD6D6C78A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16966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E6B6FE-9E8C-EB73-0A8A-254AB46EC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600" y="2194560"/>
            <a:ext cx="68326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ЦА:</a:t>
            </a:r>
            <a:r>
              <a:rPr lang="ru-RU" dirty="0"/>
              <a:t> Геймеры (15–35 лет), пользователи ПК и консолей.</a:t>
            </a:r>
          </a:p>
          <a:p>
            <a:pPr marL="0" indent="0">
              <a:buNone/>
            </a:pPr>
            <a:r>
              <a:rPr lang="ru-RU" b="1" dirty="0"/>
              <a:t>Решаемые задачи: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Удобный поиск игровых новинок.</a:t>
            </a:r>
          </a:p>
          <a:p>
            <a:pPr marL="0" indent="0">
              <a:buNone/>
            </a:pPr>
            <a:r>
              <a:rPr lang="ru-RU" dirty="0"/>
              <a:t>Простая система управления корзиной.</a:t>
            </a:r>
          </a:p>
          <a:p>
            <a:pPr marL="0" indent="0">
              <a:buNone/>
            </a:pPr>
            <a:r>
              <a:rPr lang="ru-RU" dirty="0"/>
              <a:t>Безопасные методы оплаты (карты, криптовалюта, внутренний баланс).</a:t>
            </a:r>
          </a:p>
          <a:p>
            <a:pPr marL="0" indent="0">
              <a:buNone/>
            </a:pPr>
            <a:r>
              <a:rPr lang="ru-RU" dirty="0"/>
              <a:t>Доступ к сайту с любого устройства (ПК, планшет, смартфон).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D17EBDD-663E-48F0-A35F-64F542ABD4D2}"/>
              </a:ext>
            </a:extLst>
          </p:cNvPr>
          <p:cNvSpPr/>
          <p:nvPr/>
        </p:nvSpPr>
        <p:spPr>
          <a:xfrm>
            <a:off x="-1" y="0"/>
            <a:ext cx="4169662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945EAAF-C989-DF00-BBC6-E64618CAF2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7" y="4431118"/>
            <a:ext cx="3927742" cy="191558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E972A9-27D5-1756-2D9B-947C1EBB3B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7" y="995590"/>
            <a:ext cx="1626648" cy="321103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D9FE196-64D5-B37B-46A7-7EF77354C5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434" y="995590"/>
            <a:ext cx="2213605" cy="321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044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7B1ABBE-2A7C-4B61-9A16-C0D68A9CC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D628F65-33CE-4216-8D8E-9B0CE8B98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B63F2-3B23-09CE-4C10-21A6986FF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4753466" cy="1293028"/>
          </a:xfrm>
        </p:spPr>
        <p:txBody>
          <a:bodyPr>
            <a:normAutofit/>
          </a:bodyPr>
          <a:lstStyle/>
          <a:p>
            <a:r>
              <a:rPr lang="ru-RU"/>
              <a:t>Технологии и инструменты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8D2ED0-D113-0E89-E241-D58EDC6C6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94560"/>
            <a:ext cx="4753466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/>
              <a:t>HTML5:</a:t>
            </a:r>
            <a:r>
              <a:rPr lang="ru-RU" sz="1800"/>
              <a:t> Семантическая разметка для SEO и доступности.</a:t>
            </a:r>
          </a:p>
          <a:p>
            <a:pPr marL="0" indent="0">
              <a:buNone/>
            </a:pPr>
            <a:r>
              <a:rPr lang="ru-RU" sz="1800" b="1"/>
              <a:t>CSS3:</a:t>
            </a:r>
            <a:r>
              <a:rPr lang="ru-RU" sz="1800"/>
              <a:t> Использование Flexbox для гибкой верстки и Media Queries для адаптивности.</a:t>
            </a:r>
          </a:p>
          <a:p>
            <a:pPr marL="0" indent="0">
              <a:buNone/>
            </a:pPr>
            <a:r>
              <a:rPr lang="ru-RU" sz="1800" b="1"/>
              <a:t>JavaScript:</a:t>
            </a:r>
            <a:r>
              <a:rPr lang="ru-RU" sz="1800"/>
              <a:t> Реализация логики корзины, динамического изменения цен и управления балансом.</a:t>
            </a:r>
          </a:p>
          <a:p>
            <a:pPr marL="0" indent="0">
              <a:buNone/>
            </a:pPr>
            <a:r>
              <a:rPr lang="ru-RU" sz="1800" b="1"/>
              <a:t>Оптимизация:</a:t>
            </a:r>
            <a:r>
              <a:rPr lang="ru-RU" sz="1800"/>
              <a:t> Формат изображений WebP, минификация кода.</a:t>
            </a:r>
          </a:p>
          <a:p>
            <a:endParaRPr lang="ru-RU" sz="1800"/>
          </a:p>
        </p:txBody>
      </p:sp>
      <p:sp>
        <p:nvSpPr>
          <p:cNvPr id="20" name="Rounded Rectangle 14">
            <a:extLst>
              <a:ext uri="{FF2B5EF4-FFF2-40B4-BE49-F238E27FC236}">
                <a16:creationId xmlns:a16="http://schemas.microsoft.com/office/drawing/2014/main" id="{DA3DAD4C-9AC1-4D5C-A1D8-7CE15AD5D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1066164"/>
            <a:ext cx="5305958" cy="514837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3EF525A-E0E9-4968-3A2C-6F9D57D1B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060" y="1410887"/>
            <a:ext cx="2187292" cy="218729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A4ED32-B7BD-042D-3524-4A8289CE48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69" y="3715613"/>
            <a:ext cx="2178880" cy="217888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A6A0A79-BD3C-42E9-F9BE-0FCE7DE3DF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9413" y="2191266"/>
            <a:ext cx="2252504" cy="288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810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2B3F8E-7C74-6616-D895-80CBF9DC2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3977639" cy="1600200"/>
          </a:xfrm>
        </p:spPr>
        <p:txBody>
          <a:bodyPr anchor="b">
            <a:normAutofit/>
          </a:bodyPr>
          <a:lstStyle/>
          <a:p>
            <a:pPr algn="l"/>
            <a:r>
              <a:rPr lang="ru-RU" sz="3200"/>
              <a:t>Дизайн и функционал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36E92F-1FF2-FD4D-89B9-E2F504485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64573"/>
            <a:ext cx="3977639" cy="3854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1"/>
              <a:t>Стилистика:</a:t>
            </a:r>
            <a:r>
              <a:rPr lang="ru-RU" sz="1600"/>
              <a:t> Тёмная игровая тема (Dark Mode) с акцентом на яркие обложки игр.</a:t>
            </a:r>
          </a:p>
          <a:p>
            <a:pPr marL="0" indent="0">
              <a:buNone/>
            </a:pPr>
            <a:r>
              <a:rPr lang="ru-RU" sz="1600" b="1"/>
              <a:t>Интерфейс:</a:t>
            </a:r>
            <a:r>
              <a:rPr lang="ru-RU" sz="1600"/>
              <a:t> Интуитивно понятная корзина и личный кабинет.</a:t>
            </a:r>
          </a:p>
          <a:p>
            <a:pPr marL="0" indent="0">
              <a:buNone/>
            </a:pPr>
            <a:r>
              <a:rPr lang="ru-RU" sz="1600" b="1"/>
              <a:t>Особенности:</a:t>
            </a:r>
            <a:endParaRPr lang="ru-RU" sz="1600"/>
          </a:p>
          <a:p>
            <a:r>
              <a:rPr lang="ru-RU" sz="1600"/>
              <a:t>Плавная адаптация блоков под любые экраны.</a:t>
            </a:r>
          </a:p>
          <a:p>
            <a:r>
              <a:rPr lang="ru-RU" sz="1600"/>
              <a:t>Уникальное оформление страниц оплаты (интеграция тематических фоновых изображений).</a:t>
            </a:r>
          </a:p>
          <a:p>
            <a:r>
              <a:rPr lang="ru-RU" sz="1600"/>
              <a:t>Высокая скорость загрузки.</a:t>
            </a:r>
          </a:p>
          <a:p>
            <a:pPr marL="0" indent="0">
              <a:buNone/>
            </a:pPr>
            <a:endParaRPr lang="ru-RU" sz="16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E1C8AE-53FA-A657-4AF3-E791C6E96A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699" y="2004200"/>
            <a:ext cx="6533501" cy="295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723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694C4-7C78-9E1C-D864-C3D8F84A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ru-RU" dirty="0"/>
              <a:t>Качество и производительность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9339CB-F434-9DC4-8E56-B110F4A7D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94560"/>
            <a:ext cx="58166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 err="1"/>
              <a:t>Lighthouse</a:t>
            </a:r>
            <a:r>
              <a:rPr lang="ru-RU" b="1" dirty="0"/>
              <a:t>:</a:t>
            </a:r>
            <a:r>
              <a:rPr lang="ru-RU" dirty="0"/>
              <a:t> Показатель производительности (Performance) 100 баллов.</a:t>
            </a:r>
          </a:p>
          <a:p>
            <a:pPr marL="0" indent="0">
              <a:buNone/>
            </a:pPr>
            <a:r>
              <a:rPr lang="ru-RU" b="1" dirty="0"/>
              <a:t>Доступность (A11y):</a:t>
            </a:r>
            <a:r>
              <a:rPr lang="ru-RU" dirty="0"/>
              <a:t> Полное соответствие стандартам 100 баллов.</a:t>
            </a:r>
          </a:p>
          <a:p>
            <a:pPr marL="0" indent="0">
              <a:buNone/>
            </a:pPr>
            <a:r>
              <a:rPr lang="ru-RU" b="1" dirty="0" err="1"/>
              <a:t>Кроссбраузерность</a:t>
            </a:r>
            <a:r>
              <a:rPr lang="ru-RU" b="1" dirty="0"/>
              <a:t>:</a:t>
            </a:r>
            <a:r>
              <a:rPr lang="ru-RU" dirty="0"/>
              <a:t> Стабильная работа в </a:t>
            </a:r>
            <a:r>
              <a:rPr lang="ru-RU" dirty="0" err="1"/>
              <a:t>Chrome</a:t>
            </a:r>
            <a:r>
              <a:rPr lang="ru-RU" dirty="0"/>
              <a:t>, Firefox, Edge, </a:t>
            </a:r>
            <a:r>
              <a:rPr lang="ru-RU" dirty="0" err="1"/>
              <a:t>Яндекс.Браузере</a:t>
            </a:r>
            <a:r>
              <a:rPr lang="ru-RU" dirty="0"/>
              <a:t> и Safari.</a:t>
            </a:r>
          </a:p>
          <a:p>
            <a:pPr marL="0" indent="0">
              <a:buNone/>
            </a:pPr>
            <a:r>
              <a:rPr lang="ru-RU" b="1" dirty="0"/>
              <a:t>Валидность:</a:t>
            </a:r>
            <a:r>
              <a:rPr lang="ru-RU" dirty="0"/>
              <a:t> Код прошел проверку на соответствие современным стандартам.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FC170C-5AE4-1BC2-B833-A3B4A4567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3272949"/>
            <a:ext cx="4521200" cy="163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639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A40F6-C1C9-EADF-8C2D-82D0CACCC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7A2E0C-91E1-32CF-72E9-95A153975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ходе практики был разработан полноценный прототип адаптивного магазина.</a:t>
            </a:r>
          </a:p>
          <a:p>
            <a:pPr marL="0" indent="0">
              <a:buNone/>
            </a:pPr>
            <a:r>
              <a:rPr lang="ru-RU" dirty="0"/>
              <a:t>Сайт полностью готов к размещению на хостинге.</a:t>
            </a:r>
          </a:p>
          <a:p>
            <a:pPr marL="0" indent="0">
              <a:buNone/>
            </a:pPr>
            <a:r>
              <a:rPr lang="ru-RU" dirty="0"/>
              <a:t>Реализованы все поставленные в ТЗ задачи.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183969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TM04033937[[fn=След самолета]]</Template>
  <TotalTime>38</TotalTime>
  <Words>292</Words>
  <Application>Microsoft Office PowerPoint</Application>
  <PresentationFormat>Широкоэкранный</PresentationFormat>
  <Paragraphs>37</Paragraphs>
  <Slides>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Arial</vt:lpstr>
      <vt:lpstr>Century Gothic</vt:lpstr>
      <vt:lpstr>След самолета</vt:lpstr>
      <vt:lpstr>Разработка адаптивного веб-сайта интернет-магазина «GamerGate»</vt:lpstr>
      <vt:lpstr>Описание проекта</vt:lpstr>
      <vt:lpstr>Целевая аудитория и задачи</vt:lpstr>
      <vt:lpstr>Технологии и инструменты</vt:lpstr>
      <vt:lpstr>Дизайн и функционал</vt:lpstr>
      <vt:lpstr>Качество и производительность</vt:lpstr>
      <vt:lpstr>Итоги работы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Владимир Сагин</dc:creator>
  <cp:lastModifiedBy>Владимир Сагин</cp:lastModifiedBy>
  <cp:revision>2</cp:revision>
  <dcterms:created xsi:type="dcterms:W3CDTF">2026-05-20T11:59:46Z</dcterms:created>
  <dcterms:modified xsi:type="dcterms:W3CDTF">2026-05-20T12:38:05Z</dcterms:modified>
</cp:coreProperties>
</file>